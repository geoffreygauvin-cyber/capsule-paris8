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ispositif" id="{49d9b94f-85b0-89dd-6cc3-f857e14632a1}">
          <p14:sldIdLst>
            <p14:sldId id="257"/>
            <p14:sldId id="258"/>
            <p14:sldId id="259"/>
          </p14:sldIdLst>
        </p14:section>
        <p14:section name="Bon à savoir" id="{37475365-6656-c117-8e84-80846967d216}">
          <p14:sldIdLst>
            <p14:sldId id="260"/>
            <p14:sldId id="261"/>
            <p14:sldId id="262"/>
          </p14:sldIdLst>
        </p14:section>
        <p14:section name="Default-1" id="{121a6a25-d33b-1cc3-eacf-66b2080de6f1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Remplacez le titre, le sous-titre et la ligne du bas (auteur·e, date, lieu). Le ruban et les formes en pointillés font partie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cartes. Gardez une idée par carte : un titre court, deux phrases maximum.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étapes pour demander un rendez-vous. Ajoutez l'adresse ou le lien du formulaire dans le texte de la première carte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colonnes de quatre éléments. Adaptez la liste au public (première année, Master, doctorat).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 entre deux parties.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questions fréquentes. Choisissez celles que votre public pose vraiment.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Vérifiez le lieu, les horaires et l'adresse avant chaque présentation.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message fort : une phrase, rien d'autre.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garder dans toute présentation destinée aux étudiant·es. Ne pas supprimer.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fin : adresse du site et du mail. Vous pouvez y ajouter un QR code vers la page de prise de rendez-vous.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Titre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eux-colonnes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re-seul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Message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Fi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502832"/>
          </a:xfrm>
          <a:prstGeom prst="rect">
            <a:avLst/>
          </a:prstGeom>
        </p:spPr>
      </p:pic>
      <p:pic>
        <p:nvPicPr>
          <p:cNvPr id="3" name="Image 1" descr="Illustration : un ruban relie des étudiant·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896112"/>
            <a:ext cx="4023360" cy="50292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Titre de la présentation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Sous-titre</a:t>
            </a: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Auteur·e · 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108813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Texte principal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lonn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gauche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droite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943600"/>
            <a:ext cx="1920240" cy="40613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1554480"/>
            <a:ext cx="90525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Le message à retenir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44348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La phrase qui suit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2377440" cy="5028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Contact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présentation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Une ou deux phrases pour présenter le sujet.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Auteur·e · Date · Lieu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Trois idées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à retenir</a:t>
            </a:r>
            <a:endParaRPr lang="en-US" sz="3600" dirty="0"/>
          </a:p>
        </p:txBody>
      </p:sp>
      <p:sp>
        <p:nvSpPr>
          <p:cNvPr id="3" name="Point 1 fond"/>
          <p:cNvSpPr/>
          <p:nvPr/>
        </p:nvSpPr>
        <p:spPr>
          <a:xfrm>
            <a:off x="64008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Point 1 pastille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ssets/i-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6" name="Point 1 étiquette"/>
          <p:cNvSpPr txBox="1"/>
          <p:nvPr/>
        </p:nvSpPr>
        <p:spPr>
          <a:xfrm>
            <a:off x="91440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MOT-CLÉ</a:t>
            </a:r>
            <a:endParaRPr lang="en-US" sz="1200" dirty="0"/>
          </a:p>
        </p:txBody>
      </p:sp>
      <p:sp>
        <p:nvSpPr>
          <p:cNvPr id="7" name="Point 1 titre"/>
          <p:cNvSpPr txBox="1"/>
          <p:nvPr/>
        </p:nvSpPr>
        <p:spPr>
          <a:xfrm>
            <a:off x="91440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du point 1</a:t>
            </a:r>
            <a:endParaRPr lang="en-US" sz="2000" dirty="0"/>
          </a:p>
        </p:txBody>
      </p:sp>
      <p:sp>
        <p:nvSpPr>
          <p:cNvPr id="8" name="Point 1 texte"/>
          <p:cNvSpPr txBox="1"/>
          <p:nvPr/>
        </p:nvSpPr>
        <p:spPr>
          <a:xfrm>
            <a:off x="91440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phrases maximum pour expliquer ce point.</a:t>
            </a:r>
            <a:endParaRPr lang="en-US" sz="1600" dirty="0"/>
          </a:p>
        </p:txBody>
      </p:sp>
      <p:sp>
        <p:nvSpPr>
          <p:cNvPr id="9" name="Point 2 fond"/>
          <p:cNvSpPr/>
          <p:nvPr/>
        </p:nvSpPr>
        <p:spPr>
          <a:xfrm>
            <a:off x="436626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Point 2 pastille"/>
          <p:cNvSpPr/>
          <p:nvPr/>
        </p:nvSpPr>
        <p:spPr>
          <a:xfrm>
            <a:off x="46405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assets/i-he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203704"/>
            <a:ext cx="347472" cy="347472"/>
          </a:xfrm>
          <a:prstGeom prst="rect">
            <a:avLst/>
          </a:prstGeom>
        </p:spPr>
      </p:pic>
      <p:sp>
        <p:nvSpPr>
          <p:cNvPr id="12" name="Point 2 étiquette"/>
          <p:cNvSpPr txBox="1"/>
          <p:nvPr/>
        </p:nvSpPr>
        <p:spPr>
          <a:xfrm>
            <a:off x="464058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MOT-CLÉ</a:t>
            </a:r>
            <a:endParaRPr lang="en-US" sz="1200" dirty="0"/>
          </a:p>
        </p:txBody>
      </p:sp>
      <p:sp>
        <p:nvSpPr>
          <p:cNvPr id="13" name="Point 2 titre"/>
          <p:cNvSpPr txBox="1"/>
          <p:nvPr/>
        </p:nvSpPr>
        <p:spPr>
          <a:xfrm>
            <a:off x="464058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du point 2</a:t>
            </a:r>
            <a:endParaRPr lang="en-US" sz="2000" dirty="0"/>
          </a:p>
        </p:txBody>
      </p:sp>
      <p:sp>
        <p:nvSpPr>
          <p:cNvPr id="14" name="Point 2 texte"/>
          <p:cNvSpPr txBox="1"/>
          <p:nvPr/>
        </p:nvSpPr>
        <p:spPr>
          <a:xfrm>
            <a:off x="464058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phrases maximum pour expliquer ce point.</a:t>
            </a:r>
            <a:endParaRPr lang="en-US" sz="1600" dirty="0"/>
          </a:p>
        </p:txBody>
      </p:sp>
      <p:sp>
        <p:nvSpPr>
          <p:cNvPr id="15" name="Point 3 fond"/>
          <p:cNvSpPr/>
          <p:nvPr/>
        </p:nvSpPr>
        <p:spPr>
          <a:xfrm>
            <a:off x="809244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6" name="Point 3 pastille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assets/i-use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203704"/>
            <a:ext cx="347472" cy="347472"/>
          </a:xfrm>
          <a:prstGeom prst="rect">
            <a:avLst/>
          </a:prstGeom>
        </p:spPr>
      </p:pic>
      <p:sp>
        <p:nvSpPr>
          <p:cNvPr id="18" name="Point 3 étiquette"/>
          <p:cNvSpPr txBox="1"/>
          <p:nvPr/>
        </p:nvSpPr>
        <p:spPr>
          <a:xfrm>
            <a:off x="836676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MOT-CLÉ</a:t>
            </a:r>
            <a:endParaRPr lang="en-US" sz="1200" dirty="0"/>
          </a:p>
        </p:txBody>
      </p:sp>
      <p:sp>
        <p:nvSpPr>
          <p:cNvPr id="19" name="Point 3 titre"/>
          <p:cNvSpPr txBox="1"/>
          <p:nvPr/>
        </p:nvSpPr>
        <p:spPr>
          <a:xfrm>
            <a:off x="836676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du point 3</a:t>
            </a:r>
            <a:endParaRPr lang="en-US" sz="2000" dirty="0"/>
          </a:p>
        </p:txBody>
      </p:sp>
      <p:sp>
        <p:nvSpPr>
          <p:cNvPr id="20" name="Point 3 texte"/>
          <p:cNvSpPr txBox="1"/>
          <p:nvPr/>
        </p:nvSpPr>
        <p:spPr>
          <a:xfrm>
            <a:off x="836676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phrases maximum pour expliquer ce point.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Introduction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d’introduction (facultative).</a:t>
            </a:r>
            <a:endParaRPr lang="en-US" sz="1600" dirty="0"/>
          </a:p>
        </p:txBody>
      </p:sp>
      <p:sp>
        <p:nvSpPr>
          <p:cNvPr id="4" name="Étape 1 fond"/>
          <p:cNvSpPr/>
          <p:nvPr/>
        </p:nvSpPr>
        <p:spPr>
          <a:xfrm>
            <a:off x="640080" y="2103120"/>
            <a:ext cx="3429000" cy="370332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5" name="Étape 1 pastille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assets/i-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23744"/>
            <a:ext cx="347472" cy="347472"/>
          </a:xfrm>
          <a:prstGeom prst="rect">
            <a:avLst/>
          </a:prstGeom>
        </p:spPr>
      </p:pic>
      <p:sp>
        <p:nvSpPr>
          <p:cNvPr id="7" name="Étape 1 titre"/>
          <p:cNvSpPr txBox="1"/>
          <p:nvPr/>
        </p:nvSpPr>
        <p:spPr>
          <a:xfrm>
            <a:off x="91440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1</a:t>
            </a:r>
            <a:endParaRPr lang="en-US" sz="2000" dirty="0"/>
          </a:p>
        </p:txBody>
      </p:sp>
      <p:sp>
        <p:nvSpPr>
          <p:cNvPr id="8" name="Étape 1 texte"/>
          <p:cNvSpPr txBox="1"/>
          <p:nvPr/>
        </p:nvSpPr>
        <p:spPr>
          <a:xfrm>
            <a:off x="91440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pour décrire la première étape.</a:t>
            </a:r>
            <a:endParaRPr lang="en-US" sz="1600" dirty="0"/>
          </a:p>
        </p:txBody>
      </p:sp>
      <p:sp>
        <p:nvSpPr>
          <p:cNvPr id="9" name="Numéro 1"/>
          <p:cNvSpPr txBox="1"/>
          <p:nvPr/>
        </p:nvSpPr>
        <p:spPr>
          <a:xfrm>
            <a:off x="3154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Étape 2 fond"/>
          <p:cNvSpPr/>
          <p:nvPr/>
        </p:nvSpPr>
        <p:spPr>
          <a:xfrm>
            <a:off x="4366260" y="2103120"/>
            <a:ext cx="3429000" cy="370332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1" name="Étape 2 pastille"/>
          <p:cNvSpPr/>
          <p:nvPr/>
        </p:nvSpPr>
        <p:spPr>
          <a:xfrm>
            <a:off x="464058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assets/i-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523744"/>
            <a:ext cx="347472" cy="347472"/>
          </a:xfrm>
          <a:prstGeom prst="rect">
            <a:avLst/>
          </a:prstGeom>
        </p:spPr>
      </p:pic>
      <p:sp>
        <p:nvSpPr>
          <p:cNvPr id="13" name="Étape 2 titre"/>
          <p:cNvSpPr txBox="1"/>
          <p:nvPr/>
        </p:nvSpPr>
        <p:spPr>
          <a:xfrm>
            <a:off x="46405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2</a:t>
            </a:r>
            <a:endParaRPr lang="en-US" sz="2000" dirty="0"/>
          </a:p>
        </p:txBody>
      </p:sp>
      <p:sp>
        <p:nvSpPr>
          <p:cNvPr id="14" name="Étape 2 texte"/>
          <p:cNvSpPr txBox="1"/>
          <p:nvPr/>
        </p:nvSpPr>
        <p:spPr>
          <a:xfrm>
            <a:off x="464058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pour décrire la deuxième étape.</a:t>
            </a:r>
            <a:endParaRPr lang="en-US" sz="1600" dirty="0"/>
          </a:p>
        </p:txBody>
      </p:sp>
      <p:sp>
        <p:nvSpPr>
          <p:cNvPr id="15" name="Numéro 2"/>
          <p:cNvSpPr txBox="1"/>
          <p:nvPr/>
        </p:nvSpPr>
        <p:spPr>
          <a:xfrm>
            <a:off x="68808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Étape 3 fond"/>
          <p:cNvSpPr/>
          <p:nvPr/>
        </p:nvSpPr>
        <p:spPr>
          <a:xfrm>
            <a:off x="8092440" y="2103120"/>
            <a:ext cx="3429000" cy="370332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7" name="Étape 3 pastille"/>
          <p:cNvSpPr/>
          <p:nvPr/>
        </p:nvSpPr>
        <p:spPr>
          <a:xfrm>
            <a:off x="836676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assets/i-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523744"/>
            <a:ext cx="347472" cy="347472"/>
          </a:xfrm>
          <a:prstGeom prst="rect">
            <a:avLst/>
          </a:prstGeom>
        </p:spPr>
      </p:pic>
      <p:sp>
        <p:nvSpPr>
          <p:cNvPr id="19" name="Étape 3 titre"/>
          <p:cNvSpPr txBox="1"/>
          <p:nvPr/>
        </p:nvSpPr>
        <p:spPr>
          <a:xfrm>
            <a:off x="836676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3</a:t>
            </a:r>
            <a:endParaRPr lang="en-US" sz="2000" dirty="0"/>
          </a:p>
        </p:txBody>
      </p:sp>
      <p:sp>
        <p:nvSpPr>
          <p:cNvPr id="20" name="Étape 3 texte"/>
          <p:cNvSpPr txBox="1"/>
          <p:nvPr/>
        </p:nvSpPr>
        <p:spPr>
          <a:xfrm>
            <a:off x="836676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pour décrire la troisième étape.</a:t>
            </a:r>
            <a:endParaRPr lang="en-US" sz="1600" dirty="0"/>
          </a:p>
        </p:txBody>
      </p:sp>
      <p:sp>
        <p:nvSpPr>
          <p:cNvPr id="21" name="Numéro 3"/>
          <p:cNvSpPr txBox="1"/>
          <p:nvPr/>
        </p:nvSpPr>
        <p:spPr>
          <a:xfrm>
            <a:off x="106070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Premier élément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Deuxième élément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Troisième élément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Quatrième élément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Cinquième élément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Sixième élément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Septième élément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Huitième élément</a:t>
            </a:r>
            <a:endParaRPr lang="en-US" sz="2000" dirty="0"/>
          </a:p>
        </p:txBody>
      </p:sp>
      <p:sp>
        <p:nvSpPr>
          <p:cNvPr id="5" name="Note"/>
          <p:cNvSpPr txBox="1"/>
          <p:nvPr/>
        </p:nvSpPr>
        <p:spPr>
          <a:xfrm>
            <a:off x="64008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de conclusion (facultative).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Question 1 fond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Question 1 titre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Première question ?</a:t>
            </a:r>
            <a:endParaRPr lang="en-US" sz="2000" dirty="0"/>
          </a:p>
        </p:txBody>
      </p:sp>
      <p:sp>
        <p:nvSpPr>
          <p:cNvPr id="5" name="Question 1 texte"/>
          <p:cNvSpPr txBox="1"/>
          <p:nvPr/>
        </p:nvSpPr>
        <p:spPr>
          <a:xfrm>
            <a:off x="914400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Réponse en une ou deux phrases.</a:t>
            </a:r>
            <a:endParaRPr lang="en-US" sz="1600" dirty="0"/>
          </a:p>
        </p:txBody>
      </p:sp>
      <p:sp>
        <p:nvSpPr>
          <p:cNvPr id="6" name="Question 2 fond"/>
          <p:cNvSpPr/>
          <p:nvPr/>
        </p:nvSpPr>
        <p:spPr>
          <a:xfrm>
            <a:off x="621792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7" name="Question 2 titre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Deuxième question ?</a:t>
            </a:r>
            <a:endParaRPr lang="en-US" sz="2000" dirty="0"/>
          </a:p>
        </p:txBody>
      </p:sp>
      <p:sp>
        <p:nvSpPr>
          <p:cNvPr id="8" name="Question 2 texte"/>
          <p:cNvSpPr txBox="1"/>
          <p:nvPr/>
        </p:nvSpPr>
        <p:spPr>
          <a:xfrm>
            <a:off x="6492240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Réponse en une ou deux phrases.</a:t>
            </a:r>
            <a:endParaRPr lang="en-US" sz="1600" dirty="0"/>
          </a:p>
        </p:txBody>
      </p:sp>
      <p:sp>
        <p:nvSpPr>
          <p:cNvPr id="9" name="Question 3 fond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Question 3 titre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Troisième question ?</a:t>
            </a:r>
            <a:endParaRPr lang="en-US" sz="2000" dirty="0"/>
          </a:p>
        </p:txBody>
      </p:sp>
      <p:sp>
        <p:nvSpPr>
          <p:cNvPr id="11" name="Question 3 texte"/>
          <p:cNvSpPr txBox="1"/>
          <p:nvPr/>
        </p:nvSpPr>
        <p:spPr>
          <a:xfrm>
            <a:off x="91440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Réponse en une ou deux phrases.</a:t>
            </a:r>
            <a:endParaRPr lang="en-US" sz="1600" dirty="0"/>
          </a:p>
        </p:txBody>
      </p:sp>
      <p:sp>
        <p:nvSpPr>
          <p:cNvPr id="12" name="Question 4 fond"/>
          <p:cNvSpPr/>
          <p:nvPr/>
        </p:nvSpPr>
        <p:spPr>
          <a:xfrm>
            <a:off x="621792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3" name="Question 4 titre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Quatrième question ?</a:t>
            </a:r>
            <a:endParaRPr lang="en-US" sz="2000" dirty="0"/>
          </a:p>
        </p:txBody>
      </p:sp>
      <p:sp>
        <p:nvSpPr>
          <p:cNvPr id="14" name="Question 4 texte"/>
          <p:cNvSpPr txBox="1"/>
          <p:nvPr/>
        </p:nvSpPr>
        <p:spPr>
          <a:xfrm>
            <a:off x="649224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Réponse en une ou deux phrases.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Informations pratiques</a:t>
            </a:r>
            <a:endParaRPr lang="en-US" sz="3600" dirty="0"/>
          </a:p>
        </p:txBody>
      </p:sp>
      <p:sp>
        <p:nvSpPr>
          <p:cNvPr id="3" name="Info 1 fond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Info 1 étiquette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OÙ</a:t>
            </a:r>
            <a:endParaRPr lang="en-US" sz="1200" dirty="0"/>
          </a:p>
        </p:txBody>
      </p:sp>
      <p:sp>
        <p:nvSpPr>
          <p:cNvPr id="5" name="Info 1 titre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Lieu à indiquer</a:t>
            </a:r>
            <a:endParaRPr lang="en-US" sz="2000" dirty="0"/>
          </a:p>
        </p:txBody>
      </p:sp>
      <p:sp>
        <p:nvSpPr>
          <p:cNvPr id="6" name="Info 1 texte"/>
          <p:cNvSpPr txBox="1"/>
          <p:nvPr/>
        </p:nvSpPr>
        <p:spPr>
          <a:xfrm>
            <a:off x="914400" y="2788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Adresse, accès, étage.</a:t>
            </a:r>
            <a:endParaRPr lang="en-US" sz="1600" dirty="0"/>
          </a:p>
        </p:txBody>
      </p:sp>
      <p:sp>
        <p:nvSpPr>
          <p:cNvPr id="7" name="Info 2 fond"/>
          <p:cNvSpPr/>
          <p:nvPr/>
        </p:nvSpPr>
        <p:spPr>
          <a:xfrm>
            <a:off x="621792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8" name="Info 2 étiquette"/>
          <p:cNvSpPr txBox="1"/>
          <p:nvPr/>
        </p:nvSpPr>
        <p:spPr>
          <a:xfrm>
            <a:off x="649224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</a:t>
            </a:r>
            <a:endParaRPr lang="en-US" sz="1200" dirty="0"/>
          </a:p>
        </p:txBody>
      </p:sp>
      <p:sp>
        <p:nvSpPr>
          <p:cNvPr id="9" name="Info 2 titre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Dates et horaires</a:t>
            </a:r>
            <a:endParaRPr lang="en-US" sz="2000" dirty="0"/>
          </a:p>
        </p:txBody>
      </p:sp>
      <p:sp>
        <p:nvSpPr>
          <p:cNvPr id="10" name="Info 2 texte"/>
          <p:cNvSpPr txBox="1"/>
          <p:nvPr/>
        </p:nvSpPr>
        <p:spPr>
          <a:xfrm>
            <a:off x="6492240" y="2788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Jours, heures, sur rendez-vous ou non.</a:t>
            </a:r>
            <a:endParaRPr lang="en-US" sz="1600" dirty="0"/>
          </a:p>
        </p:txBody>
      </p:sp>
      <p:sp>
        <p:nvSpPr>
          <p:cNvPr id="11" name="Info 3 fond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2" name="Info 3 étiquette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COMBIEN</a:t>
            </a:r>
            <a:endParaRPr lang="en-US" sz="1200" dirty="0"/>
          </a:p>
        </p:txBody>
      </p:sp>
      <p:sp>
        <p:nvSpPr>
          <p:cNvPr id="13" name="Info 3 titre"/>
          <p:cNvSpPr txBox="1"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 à indiquer</a:t>
            </a:r>
            <a:endParaRPr lang="en-US" sz="2000" dirty="0"/>
          </a:p>
        </p:txBody>
      </p:sp>
      <p:sp>
        <p:nvSpPr>
          <p:cNvPr id="14" name="Info 3 texte"/>
          <p:cNvSpPr txBox="1"/>
          <p:nvPr/>
        </p:nvSpPr>
        <p:spPr>
          <a:xfrm>
            <a:off x="91440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Nombre de séances, conditions.</a:t>
            </a:r>
            <a:endParaRPr lang="en-US" sz="1600" dirty="0"/>
          </a:p>
        </p:txBody>
      </p:sp>
      <p:sp>
        <p:nvSpPr>
          <p:cNvPr id="15" name="Info 4 fond"/>
          <p:cNvSpPr/>
          <p:nvPr/>
        </p:nvSpPr>
        <p:spPr>
          <a:xfrm>
            <a:off x="621792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6" name="Info 4 étiquette"/>
          <p:cNvSpPr txBox="1"/>
          <p:nvPr/>
        </p:nvSpPr>
        <p:spPr>
          <a:xfrm>
            <a:off x="649224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</a:t>
            </a:r>
            <a:endParaRPr lang="en-US" sz="1200" dirty="0"/>
          </a:p>
        </p:txBody>
      </p:sp>
      <p:sp>
        <p:nvSpPr>
          <p:cNvPr id="17" name="Info 4 titre"/>
          <p:cNvSpPr txBox="1"/>
          <p:nvPr/>
        </p:nvSpPr>
        <p:spPr>
          <a:xfrm>
            <a:off x="64922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 ou numéro</a:t>
            </a:r>
            <a:endParaRPr lang="en-US" sz="2000" dirty="0"/>
          </a:p>
        </p:txBody>
      </p:sp>
      <p:sp>
        <p:nvSpPr>
          <p:cNvPr id="18" name="Info 4 texte"/>
          <p:cNvSpPr txBox="1"/>
          <p:nvPr/>
        </p:nvSpPr>
        <p:spPr>
          <a:xfrm>
            <a:off x="649224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 prendre rendez-vous.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554480"/>
            <a:ext cx="9052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Le message à retenir, en une phrase.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La phrase qui suit.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CAPSULE n’est pas un service d’urgence</a:t>
            </a:r>
            <a:endParaRPr lang="en-US" sz="3600" dirty="0"/>
          </a:p>
        </p:txBody>
      </p:sp>
      <p:sp>
        <p:nvSpPr>
          <p:cNvPr id="3" name="Introduction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vous ou quelqu’un de votre entourage êtes en danger immédiat, ne passez pas par un site web. Appelez.</a:t>
            </a:r>
            <a:endParaRPr lang="en-US" sz="1800" dirty="0"/>
          </a:p>
        </p:txBody>
      </p:sp>
      <p:sp>
        <p:nvSpPr>
          <p:cNvPr id="4" name="Urgence 1 fond"/>
          <p:cNvSpPr/>
          <p:nvPr/>
        </p:nvSpPr>
        <p:spPr>
          <a:xfrm>
            <a:off x="640080" y="2377440"/>
            <a:ext cx="3429000" cy="3383280"/>
          </a:xfrm>
          <a:prstGeom prst="roundRect">
            <a:avLst>
              <a:gd name="adj" fmla="val 4865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5" name="Numéro 3114"/>
          <p:cNvSpPr txBox="1"/>
          <p:nvPr/>
        </p:nvSpPr>
        <p:spPr>
          <a:xfrm>
            <a:off x="914400" y="2606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3114</a:t>
            </a:r>
            <a:endParaRPr lang="en-US" sz="6600" dirty="0"/>
          </a:p>
        </p:txBody>
      </p:sp>
      <p:sp>
        <p:nvSpPr>
          <p:cNvPr id="6" name="Description 3114"/>
          <p:cNvSpPr txBox="1"/>
          <p:nvPr/>
        </p:nvSpPr>
        <p:spPr>
          <a:xfrm>
            <a:off x="91440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Numéro national de prévention du suicide, gratuit, 24 h/24 et 7 j/7</a:t>
            </a:r>
            <a:endParaRPr lang="en-US" sz="1600" dirty="0"/>
          </a:p>
        </p:txBody>
      </p:sp>
      <p:sp>
        <p:nvSpPr>
          <p:cNvPr id="7" name="Urgence 2 fond"/>
          <p:cNvSpPr/>
          <p:nvPr/>
        </p:nvSpPr>
        <p:spPr>
          <a:xfrm>
            <a:off x="4366260" y="2377440"/>
            <a:ext cx="3429000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8" name="Numéro 15"/>
          <p:cNvSpPr txBox="1"/>
          <p:nvPr/>
        </p:nvSpPr>
        <p:spPr>
          <a:xfrm>
            <a:off x="4640580" y="2606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6600" dirty="0"/>
          </a:p>
        </p:txBody>
      </p:sp>
      <p:sp>
        <p:nvSpPr>
          <p:cNvPr id="9" name="Description 15"/>
          <p:cNvSpPr txBox="1"/>
          <p:nvPr/>
        </p:nvSpPr>
        <p:spPr>
          <a:xfrm>
            <a:off x="464058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SAMU, urgence médicale</a:t>
            </a:r>
            <a:endParaRPr lang="en-US" sz="1600" dirty="0"/>
          </a:p>
        </p:txBody>
      </p:sp>
      <p:sp>
        <p:nvSpPr>
          <p:cNvPr id="10" name="Urgence 3 fond"/>
          <p:cNvSpPr/>
          <p:nvPr/>
        </p:nvSpPr>
        <p:spPr>
          <a:xfrm>
            <a:off x="8092440" y="2377440"/>
            <a:ext cx="3429000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1" name="Numéro 112"/>
          <p:cNvSpPr txBox="1"/>
          <p:nvPr/>
        </p:nvSpPr>
        <p:spPr>
          <a:xfrm>
            <a:off x="8366760" y="2606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112</a:t>
            </a:r>
            <a:endParaRPr lang="en-US" sz="6600" dirty="0"/>
          </a:p>
        </p:txBody>
      </p:sp>
      <p:sp>
        <p:nvSpPr>
          <p:cNvPr id="12" name="Description 112"/>
          <p:cNvSpPr txBox="1"/>
          <p:nvPr/>
        </p:nvSpPr>
        <p:spPr>
          <a:xfrm>
            <a:off x="836676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Numéro d’urgence européen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Phrase de conclusion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capsule-paris8.fr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capsule-contact@gmail.com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Gratuit, réservé aux étudiant·es de Paris 8.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">
  <a:themeElements>
    <a:clrScheme name="CAPSULE">
      <a:dk1>
        <a:srgbClr val="1F1217"/>
      </a:dk1>
      <a:lt1>
        <a:srgbClr val="FFFFFF"/>
      </a:lt1>
      <a:dk2>
        <a:srgbClr val="75151F"/>
      </a:dk2>
      <a:lt2>
        <a:srgbClr val="FDF5EB"/>
      </a:lt2>
      <a:accent1>
        <a:srgbClr val="AE164E"/>
      </a:accent1>
      <a:accent2>
        <a:srgbClr val="7B206B"/>
      </a:accent2>
      <a:accent3>
        <a:srgbClr val="E30F1B"/>
      </a:accent3>
      <a:accent4>
        <a:srgbClr val="F9DEE5"/>
      </a:accent4>
      <a:accent5>
        <a:srgbClr val="EADCF0"/>
      </a:accent5>
      <a:accent6>
        <a:srgbClr val="5E4B55"/>
      </a:accent6>
      <a:hlink>
        <a:srgbClr val="AE164E"/>
      </a:hlink>
      <a:folHlink>
        <a:srgbClr val="7B206B"/>
      </a:folHlink>
    </a:clrScheme>
    <a:fontScheme name="CAPSUL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CAPSULE - Université Paris 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CAPSULE - Modèle de présentation pour les étudiant·es (texte à remplir)</dc:title>
  <dc:subject>PptxGenJS Presentation</dc:subject>
  <dc:creator>CAPSULE</dc:creator>
  <cp:lastModifiedBy>CAPSULE</cp:lastModifiedBy>
  <cp:revision>1</cp:revision>
  <dcterms:created xsi:type="dcterms:W3CDTF">2026-10-14T13:14:42Z</dcterms:created>
  <dcterms:modified xsi:type="dcterms:W3CDTF">2026-10-14T13:14:42Z</dcterms:modified>
</cp:coreProperties>
</file>