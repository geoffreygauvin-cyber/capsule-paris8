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 dispositif" id="{d0ff3dd0-ed22-2be8-cfca-2015675725b7}">
          <p14:sldIdLst>
            <p14:sldId id="257"/>
            <p14:sldId id="258"/>
            <p14:sldId id="259"/>
          </p14:sldIdLst>
        </p14:section>
        <p14:section name="Bon à savoir" id="{cf18146f-5b40-d6b3-c510-fcc7ef333ec9}">
          <p14:sldIdLst>
            <p14:sldId id="260"/>
            <p14:sldId id="261"/>
            <p14:sldId id="262"/>
          </p14:sldIdLst>
        </p14:section>
        <p14:section name="Default-1" id="{f1277a98-68f2-a28e-0874-3485f9e06958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titre. Remplacez le titre, le sous-titre et la ligne du bas (auteur·e, date, lieu). Le ruban et les formes en pointillés font partie du modèle.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cartes. Gardez une idée par carte : un titre court, deux phrases maximum.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étapes pour demander un rendez-vous. Ajoutez l'adresse ou le lien du formulaire dans le texte de la première carte si besoin.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colonnes de quatre éléments. Adaptez la liste au public (première année, Master, doctorat).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séparation entre deux parties. Gardez une phrase courte.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questions fréquentes. Choisissez celles que votre public pose vraiment.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Vérifiez le lieu, les horaires et l'adresse avant chaque présentation.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message fort : une phrase, rien d'autre.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garder dans toute présentation destinée aux étudiant·es. Ne pas supprimer.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fin : adresse du site et du mail. Vous pouvez y ajouter un QR code vers la page de prise de rendez-vous.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Titre-image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u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Deux-colonnes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Titre-seul-image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Message-image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Fin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S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2377440" cy="502832"/>
          </a:xfrm>
          <a:prstGeom prst="rect">
            <a:avLst/>
          </a:prstGeom>
        </p:spPr>
      </p:pic>
      <p:pic>
        <p:nvPicPr>
          <p:cNvPr id="3" name="Image 1" descr="Illustration : un ruban relie des étudiant·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896112"/>
            <a:ext cx="4023360" cy="50292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31520" y="1737360"/>
            <a:ext cx="60350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Titre de la présentation</a:t>
            </a: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4206240"/>
            <a:ext cx="5760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Sous-titre</a:t>
            </a:r>
            <a:endParaRPr lang="en-US" sz="1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731520" y="5806440"/>
            <a:ext cx="5760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Auteur·e · Date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40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01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517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Titre de la partie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Une phrase pour annoncer la partie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diapositive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1088136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Texte principal</a:t>
            </a: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CAPSULE · Université Paris 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lonne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diapositive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521208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Colonne de gauche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09360" y="1691640"/>
            <a:ext cx="521208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Colonne de droite</a:t>
            </a:r>
            <a:endParaRPr lang="en-US" sz="2000" dirty="0"/>
          </a:p>
        </p:txBody>
      </p:sp>
      <p:sp>
        <p:nvSpPr>
          <p:cNvPr id="5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CAPSULE · Université Paris 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diapositive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CAPSULE · Université Paris 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ss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S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943600"/>
            <a:ext cx="1920240" cy="40613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97280" y="1554480"/>
            <a:ext cx="905256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4600" b="1" dirty="0">
                <a:solidFill>
                  <a:schemeClr val="tx2"/>
                </a:solidFill>
              </a:rPr>
              <a:t>Le message à retenir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97280" y="443484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La phrase qui suit</a:t>
            </a:r>
            <a:endParaRPr lang="en-US" sz="26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S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2377440" cy="5028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10312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14800"/>
            <a:ext cx="7315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Contact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731520" y="173736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Un temps pour vous, </a:t>
            </a:r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entre deux cours.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731520" y="42062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Des étudiant·es de Master de psychologie proposent des consultations psychologiques gratuites aux étudiant·es de Paris 8.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5806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Présentation aux étudiant·es · Rentrée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Trois choses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à retenir</a:t>
            </a:r>
            <a:endParaRPr lang="en-US" sz="3600" dirty="0"/>
          </a:p>
        </p:txBody>
      </p:sp>
      <p:sp>
        <p:nvSpPr>
          <p:cNvPr id="3" name="Point 1 fond"/>
          <p:cNvSpPr/>
          <p:nvPr/>
        </p:nvSpPr>
        <p:spPr>
          <a:xfrm>
            <a:off x="640080" y="1783080"/>
            <a:ext cx="3429000" cy="402336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4" name="Point 1 pastille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assets/i-euro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03704"/>
            <a:ext cx="347472" cy="347472"/>
          </a:xfrm>
          <a:prstGeom prst="rect">
            <a:avLst/>
          </a:prstGeom>
        </p:spPr>
      </p:pic>
      <p:sp>
        <p:nvSpPr>
          <p:cNvPr id="6" name="Point 1 étiquette"/>
          <p:cNvSpPr txBox="1"/>
          <p:nvPr/>
        </p:nvSpPr>
        <p:spPr>
          <a:xfrm>
            <a:off x="91440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GRATUIT</a:t>
            </a:r>
            <a:endParaRPr lang="en-US" sz="1200" dirty="0"/>
          </a:p>
        </p:txBody>
      </p:sp>
      <p:sp>
        <p:nvSpPr>
          <p:cNvPr id="7" name="Point 1 titre"/>
          <p:cNvSpPr txBox="1"/>
          <p:nvPr/>
        </p:nvSpPr>
        <p:spPr>
          <a:xfrm>
            <a:off x="914400" y="3154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Zéro euro</a:t>
            </a:r>
            <a:endParaRPr lang="en-US" sz="2000" dirty="0"/>
          </a:p>
        </p:txBody>
      </p:sp>
      <p:sp>
        <p:nvSpPr>
          <p:cNvPr id="8" name="Point 1 texte"/>
          <p:cNvSpPr txBox="1"/>
          <p:nvPr/>
        </p:nvSpPr>
        <p:spPr>
          <a:xfrm>
            <a:off x="914400" y="39776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consultations sont gratuites pour les étudiant·es. Aucune avance de frais, aucune mutuelle à interroger.</a:t>
            </a:r>
            <a:endParaRPr lang="en-US" sz="1600" dirty="0"/>
          </a:p>
        </p:txBody>
      </p:sp>
      <p:sp>
        <p:nvSpPr>
          <p:cNvPr id="9" name="Point 2 fond"/>
          <p:cNvSpPr/>
          <p:nvPr/>
        </p:nvSpPr>
        <p:spPr>
          <a:xfrm>
            <a:off x="4366260" y="1783080"/>
            <a:ext cx="3429000" cy="402336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0" name="Point 2 pastille"/>
          <p:cNvSpPr/>
          <p:nvPr/>
        </p:nvSpPr>
        <p:spPr>
          <a:xfrm>
            <a:off x="464058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assets/i-cap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2203704"/>
            <a:ext cx="347472" cy="347472"/>
          </a:xfrm>
          <a:prstGeom prst="rect">
            <a:avLst/>
          </a:prstGeom>
        </p:spPr>
      </p:pic>
      <p:sp>
        <p:nvSpPr>
          <p:cNvPr id="12" name="Point 2 étiquette"/>
          <p:cNvSpPr txBox="1"/>
          <p:nvPr/>
        </p:nvSpPr>
        <p:spPr>
          <a:xfrm>
            <a:off x="464058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 DE PSYCHOLOGIE</a:t>
            </a:r>
            <a:endParaRPr lang="en-US" sz="1200" dirty="0"/>
          </a:p>
        </p:txBody>
      </p:sp>
      <p:sp>
        <p:nvSpPr>
          <p:cNvPr id="13" name="Point 2 titre"/>
          <p:cNvSpPr txBox="1"/>
          <p:nvPr/>
        </p:nvSpPr>
        <p:spPr>
          <a:xfrm>
            <a:off x="4640580" y="3154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 étudiant·es formé·es</a:t>
            </a:r>
            <a:endParaRPr lang="en-US" sz="2000" dirty="0"/>
          </a:p>
        </p:txBody>
      </p:sp>
      <p:sp>
        <p:nvSpPr>
          <p:cNvPr id="14" name="Point 2 texte"/>
          <p:cNvSpPr txBox="1"/>
          <p:nvPr/>
        </p:nvSpPr>
        <p:spPr>
          <a:xfrm>
            <a:off x="4640580" y="39776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sont des étudiant·es de Master de psychologie qui reçoivent. Elles et ils connaissent le quotidien des études.</a:t>
            </a:r>
            <a:endParaRPr lang="en-US" sz="1600" dirty="0"/>
          </a:p>
        </p:txBody>
      </p:sp>
      <p:sp>
        <p:nvSpPr>
          <p:cNvPr id="15" name="Point 3 fond"/>
          <p:cNvSpPr/>
          <p:nvPr/>
        </p:nvSpPr>
        <p:spPr>
          <a:xfrm>
            <a:off x="8092440" y="1783080"/>
            <a:ext cx="3429000" cy="402336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6" name="Point 3 pastille"/>
          <p:cNvSpPr/>
          <p:nvPr/>
        </p:nvSpPr>
        <p:spPr>
          <a:xfrm>
            <a:off x="836676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assets/i-campu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203704"/>
            <a:ext cx="347472" cy="347472"/>
          </a:xfrm>
          <a:prstGeom prst="rect">
            <a:avLst/>
          </a:prstGeom>
        </p:spPr>
      </p:pic>
      <p:sp>
        <p:nvSpPr>
          <p:cNvPr id="18" name="Point 3 étiquette"/>
          <p:cNvSpPr txBox="1"/>
          <p:nvPr/>
        </p:nvSpPr>
        <p:spPr>
          <a:xfrm>
            <a:off x="836676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PARIS 8</a:t>
            </a:r>
            <a:endParaRPr lang="en-US" sz="1200" dirty="0"/>
          </a:p>
        </p:txBody>
      </p:sp>
      <p:sp>
        <p:nvSpPr>
          <p:cNvPr id="19" name="Point 3 titre"/>
          <p:cNvSpPr txBox="1"/>
          <p:nvPr/>
        </p:nvSpPr>
        <p:spPr>
          <a:xfrm>
            <a:off x="8366760" y="3154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Dans l’université</a:t>
            </a:r>
            <a:endParaRPr lang="en-US" sz="2000" dirty="0"/>
          </a:p>
        </p:txBody>
      </p:sp>
      <p:sp>
        <p:nvSpPr>
          <p:cNvPr id="20" name="Point 3 texte"/>
          <p:cNvSpPr txBox="1"/>
          <p:nvPr/>
        </p:nvSpPr>
        <p:spPr>
          <a:xfrm>
            <a:off x="8366760" y="39776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Pensé pour les étudiant·es de Paris 8, avec leurs emplois du temps et leurs partiels.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Prendre rendez-vous,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en trois temps</a:t>
            </a:r>
            <a:endParaRPr lang="en-US" sz="3600" dirty="0"/>
          </a:p>
        </p:txBody>
      </p:sp>
      <p:sp>
        <p:nvSpPr>
          <p:cNvPr id="3" name="Introduction"/>
          <p:cNvSpPr txBox="1"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de dossier à monter ni de justificatif à fournir.</a:t>
            </a:r>
            <a:endParaRPr lang="en-US" sz="1600" dirty="0"/>
          </a:p>
        </p:txBody>
      </p:sp>
      <p:sp>
        <p:nvSpPr>
          <p:cNvPr id="4" name="Étape 1 fond"/>
          <p:cNvSpPr/>
          <p:nvPr/>
        </p:nvSpPr>
        <p:spPr>
          <a:xfrm>
            <a:off x="640080" y="2103120"/>
            <a:ext cx="3429000" cy="370332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5" name="Étape 1 pastille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assets/i-mail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523744"/>
            <a:ext cx="347472" cy="347472"/>
          </a:xfrm>
          <a:prstGeom prst="rect">
            <a:avLst/>
          </a:prstGeom>
        </p:spPr>
      </p:pic>
      <p:sp>
        <p:nvSpPr>
          <p:cNvPr id="7" name="Étape 1 titre"/>
          <p:cNvSpPr txBox="1"/>
          <p:nvPr/>
        </p:nvSpPr>
        <p:spPr>
          <a:xfrm>
            <a:off x="91440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Vous nous écrivez</a:t>
            </a:r>
            <a:endParaRPr lang="en-US" sz="2000" dirty="0"/>
          </a:p>
        </p:txBody>
      </p:sp>
      <p:sp>
        <p:nvSpPr>
          <p:cNvPr id="8" name="Étape 1 texte"/>
          <p:cNvSpPr txBox="1"/>
          <p:nvPr/>
        </p:nvSpPr>
        <p:spPr>
          <a:xfrm>
            <a:off x="914400" y="3657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Quelques lignes suffisent, pas besoin d’expliquer pourquoi.</a:t>
            </a:r>
            <a:endParaRPr lang="en-US" sz="1600" dirty="0"/>
          </a:p>
        </p:txBody>
      </p:sp>
      <p:sp>
        <p:nvSpPr>
          <p:cNvPr id="9" name="Numéro 1"/>
          <p:cNvSpPr txBox="1"/>
          <p:nvPr/>
        </p:nvSpPr>
        <p:spPr>
          <a:xfrm>
            <a:off x="3154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Étape 2 fond"/>
          <p:cNvSpPr/>
          <p:nvPr/>
        </p:nvSpPr>
        <p:spPr>
          <a:xfrm>
            <a:off x="4366260" y="2103120"/>
            <a:ext cx="3429000" cy="370332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1" name="Étape 2 pastille"/>
          <p:cNvSpPr/>
          <p:nvPr/>
        </p:nvSpPr>
        <p:spPr>
          <a:xfrm>
            <a:off x="4640580" y="2377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assets/i-cha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2523744"/>
            <a:ext cx="347472" cy="347472"/>
          </a:xfrm>
          <a:prstGeom prst="rect">
            <a:avLst/>
          </a:prstGeom>
        </p:spPr>
      </p:pic>
      <p:sp>
        <p:nvSpPr>
          <p:cNvPr id="13" name="Étape 2 titre"/>
          <p:cNvSpPr txBox="1"/>
          <p:nvPr/>
        </p:nvSpPr>
        <p:spPr>
          <a:xfrm>
            <a:off x="464058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vous répond</a:t>
            </a:r>
            <a:endParaRPr lang="en-US" sz="2000" dirty="0"/>
          </a:p>
        </p:txBody>
      </p:sp>
      <p:sp>
        <p:nvSpPr>
          <p:cNvPr id="14" name="Étape 2 texte"/>
          <p:cNvSpPr txBox="1"/>
          <p:nvPr/>
        </p:nvSpPr>
        <p:spPr>
          <a:xfrm>
            <a:off x="4640580" y="3657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Un·e étudiant·e de l’équipe revient vers vous pour fixer un créneau.</a:t>
            </a:r>
            <a:endParaRPr lang="en-US" sz="1600" dirty="0"/>
          </a:p>
        </p:txBody>
      </p:sp>
      <p:sp>
        <p:nvSpPr>
          <p:cNvPr id="15" name="Numéro 2"/>
          <p:cNvSpPr txBox="1"/>
          <p:nvPr/>
        </p:nvSpPr>
        <p:spPr>
          <a:xfrm>
            <a:off x="68808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Étape 3 fond"/>
          <p:cNvSpPr/>
          <p:nvPr/>
        </p:nvSpPr>
        <p:spPr>
          <a:xfrm>
            <a:off x="8092440" y="2103120"/>
            <a:ext cx="3429000" cy="370332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7" name="Étape 3 pastille"/>
          <p:cNvSpPr/>
          <p:nvPr/>
        </p:nvSpPr>
        <p:spPr>
          <a:xfrm>
            <a:off x="8366760" y="2377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assets/i-door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523744"/>
            <a:ext cx="347472" cy="347472"/>
          </a:xfrm>
          <a:prstGeom prst="rect">
            <a:avLst/>
          </a:prstGeom>
        </p:spPr>
      </p:pic>
      <p:sp>
        <p:nvSpPr>
          <p:cNvPr id="19" name="Étape 3 titre"/>
          <p:cNvSpPr txBox="1"/>
          <p:nvPr/>
        </p:nvSpPr>
        <p:spPr>
          <a:xfrm>
            <a:off x="836676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Vous venez parler</a:t>
            </a:r>
            <a:endParaRPr lang="en-US" sz="2000" dirty="0"/>
          </a:p>
        </p:txBody>
      </p:sp>
      <p:sp>
        <p:nvSpPr>
          <p:cNvPr id="20" name="Étape 3 texte"/>
          <p:cNvSpPr txBox="1"/>
          <p:nvPr/>
        </p:nvSpPr>
        <p:spPr>
          <a:xfrm>
            <a:off x="8366760" y="3657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première rencontre pour voir ensemble ce qui vous aiderait.</a:t>
            </a:r>
            <a:endParaRPr lang="en-US" sz="1600" dirty="0"/>
          </a:p>
        </p:txBody>
      </p:sp>
      <p:sp>
        <p:nvSpPr>
          <p:cNvPr id="21" name="Numéro 3"/>
          <p:cNvSpPr txBox="1"/>
          <p:nvPr/>
        </p:nvSpPr>
        <p:spPr>
          <a:xfrm>
            <a:off x="106070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Des raisons de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pousser la porte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 stress des examens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Une fatigue qui s’installe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 moral en dents de scie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Des difficultés à s’organiser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09360" y="169164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 sentiment de solitude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Des relations compliquées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Une décision à prendre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Juste le besoin de parler</a:t>
            </a:r>
            <a:endParaRPr lang="en-US" sz="2000" dirty="0"/>
          </a:p>
        </p:txBody>
      </p:sp>
      <p:sp>
        <p:nvSpPr>
          <p:cNvPr id="5" name="Note"/>
          <p:cNvSpPr txBox="1"/>
          <p:nvPr/>
        </p:nvSpPr>
        <p:spPr>
          <a:xfrm>
            <a:off x="64008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n’existe pas de bonne raison officielle. La liste n’est pas limitative.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02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51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Bon à savoir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Les questions qu’on nous pose, et les informations pratiques.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Les questions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qu’on nous pose</a:t>
            </a:r>
            <a:endParaRPr lang="en-US" sz="3600" dirty="0"/>
          </a:p>
        </p:txBody>
      </p:sp>
      <p:sp>
        <p:nvSpPr>
          <p:cNvPr id="3" name="Question 1 fond"/>
          <p:cNvSpPr/>
          <p:nvPr/>
        </p:nvSpPr>
        <p:spPr>
          <a:xfrm>
            <a:off x="640080" y="169164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4" name="Question 1 titre"/>
          <p:cNvSpPr txBox="1"/>
          <p:nvPr/>
        </p:nvSpPr>
        <p:spPr>
          <a:xfrm>
            <a:off x="91440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C’est vraiment gratuit ?</a:t>
            </a:r>
            <a:endParaRPr lang="en-US" sz="2000" dirty="0"/>
          </a:p>
        </p:txBody>
      </p:sp>
      <p:sp>
        <p:nvSpPr>
          <p:cNvPr id="5" name="Question 1 texte"/>
          <p:cNvSpPr txBox="1"/>
          <p:nvPr/>
        </p:nvSpPr>
        <p:spPr>
          <a:xfrm>
            <a:off x="914400" y="24688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Oui, pour les étudiant·es de Paris 8. Il n’y a rien à avancer ni à se faire rembourser.</a:t>
            </a:r>
            <a:endParaRPr lang="en-US" sz="1600" dirty="0"/>
          </a:p>
        </p:txBody>
      </p:sp>
      <p:sp>
        <p:nvSpPr>
          <p:cNvPr id="6" name="Question 2 fond"/>
          <p:cNvSpPr/>
          <p:nvPr/>
        </p:nvSpPr>
        <p:spPr>
          <a:xfrm>
            <a:off x="6217920" y="169164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7" name="Question 2 titre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Combien de séances ?</a:t>
            </a:r>
            <a:endParaRPr lang="en-US" sz="2000" dirty="0"/>
          </a:p>
        </p:txBody>
      </p:sp>
      <p:sp>
        <p:nvSpPr>
          <p:cNvPr id="8" name="Question 2 texte"/>
          <p:cNvSpPr txBox="1"/>
          <p:nvPr/>
        </p:nvSpPr>
        <p:spPr>
          <a:xfrm>
            <a:off x="6492240" y="24688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 6 et 8 séances, gratuites.</a:t>
            </a:r>
            <a:endParaRPr lang="en-US" sz="1600" dirty="0"/>
          </a:p>
        </p:txBody>
      </p:sp>
      <p:sp>
        <p:nvSpPr>
          <p:cNvPr id="9" name="Question 3 fond"/>
          <p:cNvSpPr/>
          <p:nvPr/>
        </p:nvSpPr>
        <p:spPr>
          <a:xfrm>
            <a:off x="640080" y="384048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0" name="Question 3 titre"/>
          <p:cNvSpPr txBox="1"/>
          <p:nvPr/>
        </p:nvSpPr>
        <p:spPr>
          <a:xfrm>
            <a:off x="91440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 va me recevoir ?</a:t>
            </a:r>
            <a:endParaRPr lang="en-US" sz="2000" dirty="0"/>
          </a:p>
        </p:txBody>
      </p:sp>
      <p:sp>
        <p:nvSpPr>
          <p:cNvPr id="11" name="Question 3 texte"/>
          <p:cNvSpPr txBox="1"/>
          <p:nvPr/>
        </p:nvSpPr>
        <p:spPr>
          <a:xfrm>
            <a:off x="914400" y="4617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 étudiant·es de Master de psychologie de l’UFR de psychologie de Paris 8.</a:t>
            </a:r>
            <a:endParaRPr lang="en-US" sz="1600" dirty="0"/>
          </a:p>
        </p:txBody>
      </p:sp>
      <p:sp>
        <p:nvSpPr>
          <p:cNvPr id="12" name="Question 4 fond"/>
          <p:cNvSpPr/>
          <p:nvPr/>
        </p:nvSpPr>
        <p:spPr>
          <a:xfrm>
            <a:off x="6217920" y="384048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3" name="Question 4 titre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Faut-il aller très mal pour venir ?</a:t>
            </a:r>
            <a:endParaRPr lang="en-US" sz="2000" dirty="0"/>
          </a:p>
        </p:txBody>
      </p:sp>
      <p:sp>
        <p:nvSpPr>
          <p:cNvPr id="14" name="Question 4 texte"/>
          <p:cNvSpPr txBox="1"/>
          <p:nvPr/>
        </p:nvSpPr>
        <p:spPr>
          <a:xfrm>
            <a:off x="6492240" y="4617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Non. Un coup de fatigue, une décision difficile ou l’envie de parler à quelqu’un suffisent.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Infos pratiques</a:t>
            </a:r>
            <a:endParaRPr lang="en-US" sz="3600" dirty="0"/>
          </a:p>
        </p:txBody>
      </p:sp>
      <p:sp>
        <p:nvSpPr>
          <p:cNvPr id="3" name="Info 1 fond"/>
          <p:cNvSpPr/>
          <p:nvPr/>
        </p:nvSpPr>
        <p:spPr>
          <a:xfrm>
            <a:off x="640080" y="169164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4" name="Info 1 étiquette"/>
          <p:cNvSpPr txBox="1"/>
          <p:nvPr/>
        </p:nvSpPr>
        <p:spPr>
          <a:xfrm>
            <a:off x="91440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OÙ</a:t>
            </a:r>
            <a:endParaRPr lang="en-US" sz="1200" dirty="0"/>
          </a:p>
        </p:txBody>
      </p:sp>
      <p:sp>
        <p:nvSpPr>
          <p:cNvPr id="5" name="Info 1 titre"/>
          <p:cNvSpPr txBox="1"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Bâtiment C</a:t>
            </a:r>
            <a:endParaRPr lang="en-US" sz="2000" dirty="0"/>
          </a:p>
        </p:txBody>
      </p:sp>
      <p:sp>
        <p:nvSpPr>
          <p:cNvPr id="6" name="Info 1 texte"/>
          <p:cNvSpPr txBox="1"/>
          <p:nvPr/>
        </p:nvSpPr>
        <p:spPr>
          <a:xfrm>
            <a:off x="914400" y="27889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de Paris 8. Métro 13, Saint-Denis–Université.</a:t>
            </a:r>
            <a:endParaRPr lang="en-US" sz="1600" dirty="0"/>
          </a:p>
        </p:txBody>
      </p:sp>
      <p:sp>
        <p:nvSpPr>
          <p:cNvPr id="7" name="Info 2 fond"/>
          <p:cNvSpPr/>
          <p:nvPr/>
        </p:nvSpPr>
        <p:spPr>
          <a:xfrm>
            <a:off x="6217920" y="169164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8" name="Info 2 étiquette"/>
          <p:cNvSpPr txBox="1"/>
          <p:nvPr/>
        </p:nvSpPr>
        <p:spPr>
          <a:xfrm>
            <a:off x="649224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</a:t>
            </a:r>
            <a:endParaRPr lang="en-US" sz="1200" dirty="0"/>
          </a:p>
        </p:txBody>
      </p:sp>
      <p:sp>
        <p:nvSpPr>
          <p:cNvPr id="9" name="Info 2 titre"/>
          <p:cNvSpPr txBox="1"/>
          <p:nvPr/>
        </p:nvSpPr>
        <p:spPr>
          <a:xfrm>
            <a:off x="649224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Lun. au mer., 9 h–17 h</a:t>
            </a:r>
            <a:endParaRPr lang="en-US" sz="2000" dirty="0"/>
          </a:p>
        </p:txBody>
      </p:sp>
      <p:sp>
        <p:nvSpPr>
          <p:cNvPr id="10" name="Info 2 texte"/>
          <p:cNvSpPr txBox="1"/>
          <p:nvPr/>
        </p:nvSpPr>
        <p:spPr>
          <a:xfrm>
            <a:off x="6492240" y="27889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Sur rendez-vous.</a:t>
            </a:r>
            <a:endParaRPr lang="en-US" sz="1600" dirty="0"/>
          </a:p>
        </p:txBody>
      </p:sp>
      <p:sp>
        <p:nvSpPr>
          <p:cNvPr id="11" name="Info 3 fond"/>
          <p:cNvSpPr/>
          <p:nvPr/>
        </p:nvSpPr>
        <p:spPr>
          <a:xfrm>
            <a:off x="640080" y="384048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2" name="Info 3 étiquette"/>
          <p:cNvSpPr txBox="1"/>
          <p:nvPr/>
        </p:nvSpPr>
        <p:spPr>
          <a:xfrm>
            <a:off x="91440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COMBIEN</a:t>
            </a:r>
            <a:endParaRPr lang="en-US" sz="1200" dirty="0"/>
          </a:p>
        </p:txBody>
      </p:sp>
      <p:sp>
        <p:nvSpPr>
          <p:cNvPr id="13" name="Info 3 titre"/>
          <p:cNvSpPr txBox="1"/>
          <p:nvPr/>
        </p:nvSpPr>
        <p:spPr>
          <a:xfrm>
            <a:off x="91440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Gratuit</a:t>
            </a:r>
            <a:endParaRPr lang="en-US" sz="2000" dirty="0"/>
          </a:p>
        </p:txBody>
      </p:sp>
      <p:sp>
        <p:nvSpPr>
          <p:cNvPr id="14" name="Info 3 texte"/>
          <p:cNvSpPr txBox="1"/>
          <p:nvPr/>
        </p:nvSpPr>
        <p:spPr>
          <a:xfrm>
            <a:off x="914400" y="4937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à 8 séances, pour les étudiant·es de Paris 8.</a:t>
            </a:r>
            <a:endParaRPr lang="en-US" sz="1600" dirty="0"/>
          </a:p>
        </p:txBody>
      </p:sp>
      <p:sp>
        <p:nvSpPr>
          <p:cNvPr id="15" name="Info 4 fond"/>
          <p:cNvSpPr/>
          <p:nvPr/>
        </p:nvSpPr>
        <p:spPr>
          <a:xfrm>
            <a:off x="6217920" y="3840480"/>
            <a:ext cx="5303520" cy="19202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6" name="Info 4 étiquette"/>
          <p:cNvSpPr txBox="1"/>
          <p:nvPr/>
        </p:nvSpPr>
        <p:spPr>
          <a:xfrm>
            <a:off x="649224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</a:t>
            </a:r>
            <a:endParaRPr lang="en-US" sz="1200" dirty="0"/>
          </a:p>
        </p:txBody>
      </p:sp>
      <p:sp>
        <p:nvSpPr>
          <p:cNvPr id="17" name="Info 4 titre"/>
          <p:cNvSpPr txBox="1"/>
          <p:nvPr/>
        </p:nvSpPr>
        <p:spPr>
          <a:xfrm>
            <a:off x="649224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 mail</a:t>
            </a:r>
            <a:endParaRPr lang="en-US" sz="2000" dirty="0"/>
          </a:p>
        </p:txBody>
      </p:sp>
      <p:sp>
        <p:nvSpPr>
          <p:cNvPr id="18" name="Info 4 texte"/>
          <p:cNvSpPr txBox="1"/>
          <p:nvPr/>
        </p:nvSpPr>
        <p:spPr>
          <a:xfrm>
            <a:off x="6492240" y="4937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capsule-contact@gmail.com. Écrivez-nous pour prendre rendez-vous.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1554480"/>
            <a:ext cx="9052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tx2"/>
                </a:solidFill>
              </a:rPr>
              <a:t>Le premier rendez-vous est le plus long à décider.</a:t>
            </a:r>
            <a:endParaRPr lang="en-US" sz="46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9728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Ensuite, ça va plutôt vite.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CAPSULE n’est pas un service d’urgence</a:t>
            </a:r>
            <a:endParaRPr lang="en-US" sz="3600" dirty="0"/>
          </a:p>
        </p:txBody>
      </p:sp>
      <p:sp>
        <p:nvSpPr>
          <p:cNvPr id="3" name="Introduction"/>
          <p:cNvSpPr txBox="1"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vous ou quelqu’un de votre entourage êtes en danger immédiat, ne passez pas par un site web. Appelez.</a:t>
            </a:r>
            <a:endParaRPr lang="en-US" sz="1800" dirty="0"/>
          </a:p>
        </p:txBody>
      </p:sp>
      <p:sp>
        <p:nvSpPr>
          <p:cNvPr id="4" name="Urgence 1 fond"/>
          <p:cNvSpPr/>
          <p:nvPr/>
        </p:nvSpPr>
        <p:spPr>
          <a:xfrm>
            <a:off x="640080" y="2377440"/>
            <a:ext cx="3429000" cy="3383280"/>
          </a:xfrm>
          <a:prstGeom prst="roundRect">
            <a:avLst>
              <a:gd name="adj" fmla="val 4865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5" name="Numéro 3114"/>
          <p:cNvSpPr txBox="1"/>
          <p:nvPr/>
        </p:nvSpPr>
        <p:spPr>
          <a:xfrm>
            <a:off x="914400" y="26060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3114</a:t>
            </a:r>
            <a:endParaRPr lang="en-US" sz="6600" dirty="0"/>
          </a:p>
        </p:txBody>
      </p:sp>
      <p:sp>
        <p:nvSpPr>
          <p:cNvPr id="6" name="Description 3114"/>
          <p:cNvSpPr txBox="1"/>
          <p:nvPr/>
        </p:nvSpPr>
        <p:spPr>
          <a:xfrm>
            <a:off x="914400" y="40233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Numéro national de prévention du suicide, gratuit, 24 h/24 et 7 j/7</a:t>
            </a:r>
            <a:endParaRPr lang="en-US" sz="1600" dirty="0"/>
          </a:p>
        </p:txBody>
      </p:sp>
      <p:sp>
        <p:nvSpPr>
          <p:cNvPr id="7" name="Urgence 2 fond"/>
          <p:cNvSpPr/>
          <p:nvPr/>
        </p:nvSpPr>
        <p:spPr>
          <a:xfrm>
            <a:off x="4366260" y="2377440"/>
            <a:ext cx="3429000" cy="3383280"/>
          </a:xfrm>
          <a:prstGeom prst="roundRect">
            <a:avLst>
              <a:gd name="adj" fmla="val 48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8" name="Numéro 15"/>
          <p:cNvSpPr txBox="1"/>
          <p:nvPr/>
        </p:nvSpPr>
        <p:spPr>
          <a:xfrm>
            <a:off x="4640580" y="26060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6600" dirty="0"/>
          </a:p>
        </p:txBody>
      </p:sp>
      <p:sp>
        <p:nvSpPr>
          <p:cNvPr id="9" name="Description 15"/>
          <p:cNvSpPr txBox="1"/>
          <p:nvPr/>
        </p:nvSpPr>
        <p:spPr>
          <a:xfrm>
            <a:off x="4640580" y="40233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SAMU, urgence médicale</a:t>
            </a:r>
            <a:endParaRPr lang="en-US" sz="1600" dirty="0"/>
          </a:p>
        </p:txBody>
      </p:sp>
      <p:sp>
        <p:nvSpPr>
          <p:cNvPr id="10" name="Urgence 3 fond"/>
          <p:cNvSpPr/>
          <p:nvPr/>
        </p:nvSpPr>
        <p:spPr>
          <a:xfrm>
            <a:off x="8092440" y="2377440"/>
            <a:ext cx="3429000" cy="3383280"/>
          </a:xfrm>
          <a:prstGeom prst="roundRect">
            <a:avLst>
              <a:gd name="adj" fmla="val 48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1" name="Numéro 112"/>
          <p:cNvSpPr txBox="1"/>
          <p:nvPr/>
        </p:nvSpPr>
        <p:spPr>
          <a:xfrm>
            <a:off x="8366760" y="26060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112</a:t>
            </a:r>
            <a:endParaRPr lang="en-US" sz="6600" dirty="0"/>
          </a:p>
        </p:txBody>
      </p:sp>
      <p:sp>
        <p:nvSpPr>
          <p:cNvPr id="12" name="Description 112"/>
          <p:cNvSpPr txBox="1"/>
          <p:nvPr/>
        </p:nvSpPr>
        <p:spPr>
          <a:xfrm>
            <a:off x="8366760" y="40233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Numéro d’urgence européen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Prêt·e à franchir le pas ?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822960" y="41148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capsule-paris8.fr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capsule-contact@gmail.com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Gratuit, réservé aux étudiant·es de Paris 8.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ULE">
  <a:themeElements>
    <a:clrScheme name="CAPSULE">
      <a:dk1>
        <a:srgbClr val="1F1217"/>
      </a:dk1>
      <a:lt1>
        <a:srgbClr val="FFFFFF"/>
      </a:lt1>
      <a:dk2>
        <a:srgbClr val="75151F"/>
      </a:dk2>
      <a:lt2>
        <a:srgbClr val="FDF5EB"/>
      </a:lt2>
      <a:accent1>
        <a:srgbClr val="AE164E"/>
      </a:accent1>
      <a:accent2>
        <a:srgbClr val="7B206B"/>
      </a:accent2>
      <a:accent3>
        <a:srgbClr val="E30F1B"/>
      </a:accent3>
      <a:accent4>
        <a:srgbClr val="F9DEE5"/>
      </a:accent4>
      <a:accent5>
        <a:srgbClr val="EADCF0"/>
      </a:accent5>
      <a:accent6>
        <a:srgbClr val="5E4B55"/>
      </a:accent6>
      <a:hlink>
        <a:srgbClr val="AE164E"/>
      </a:hlink>
      <a:folHlink>
        <a:srgbClr val="7B206B"/>
      </a:folHlink>
    </a:clrScheme>
    <a:fontScheme name="CAPSUL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CAPSULE - Université Paris 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CAPSULE - Modèle de présentation pour les étudiant·es</dc:title>
  <dc:subject>PptxGenJS Presentation</dc:subject>
  <dc:creator>CAPSULE</dc:creator>
  <cp:lastModifiedBy>CAPSULE</cp:lastModifiedBy>
  <cp:revision>1</cp:revision>
  <dcterms:created xsi:type="dcterms:W3CDTF">2026-10-14T13:07:31Z</dcterms:created>
  <dcterms:modified xsi:type="dcterms:W3CDTF">2026-10-14T13:07:31Z</dcterms:modified>
</cp:coreProperties>
</file>